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核查材料（样例）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 PPT 样例，验证 WPS 演示转换。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